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</p:sldIdLst>
  <p:sldSz cx="8118475" cy="10825480" type="B4ISO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9" userDrawn="1">
          <p15:clr>
            <a:srgbClr val="A4A3A4"/>
          </p15:clr>
        </p15:guide>
        <p15:guide id="2" pos="26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3409"/>
        <p:guide pos="2624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14750" y="1771650"/>
            <a:ext cx="6088500" cy="3768827"/>
          </a:xfrm>
        </p:spPr>
        <p:txBody>
          <a:bodyPr anchor="b"/>
          <a:lstStyle>
            <a:lvl1pPr algn="ctr">
              <a:defRPr sz="3995"/>
            </a:lvl1pPr>
          </a:lstStyle>
          <a:p>
            <a:pPr fontAlgn="base"/>
            <a:r>
              <a:rPr lang="zh-CN" altLang="en-US" sz="399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14750" y="5685817"/>
            <a:ext cx="6088500" cy="2613620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165" indent="0" algn="ctr">
              <a:buNone/>
              <a:defRPr sz="1330"/>
            </a:lvl2pPr>
            <a:lvl3pPr marL="608965" indent="0" algn="ctr">
              <a:buNone/>
              <a:defRPr sz="1200"/>
            </a:lvl3pPr>
            <a:lvl4pPr marL="913130" indent="0" algn="ctr">
              <a:buNone/>
              <a:defRPr sz="1065"/>
            </a:lvl4pPr>
            <a:lvl5pPr marL="1217930" indent="0" algn="ctr">
              <a:buNone/>
              <a:defRPr sz="1065"/>
            </a:lvl5pPr>
            <a:lvl6pPr marL="1522095" indent="0" algn="ctr">
              <a:buNone/>
              <a:defRPr sz="1065"/>
            </a:lvl6pPr>
            <a:lvl7pPr marL="1826260" indent="0" algn="ctr">
              <a:buNone/>
              <a:defRPr sz="1065"/>
            </a:lvl7pPr>
            <a:lvl8pPr marL="2131060" indent="0" algn="ctr">
              <a:buNone/>
              <a:defRPr sz="1065"/>
            </a:lvl8pPr>
            <a:lvl9pPr marL="2435225" indent="0" algn="ctr">
              <a:buNone/>
              <a:defRPr sz="1065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24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90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z="284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48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13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7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7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24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885" y="2698821"/>
            <a:ext cx="7001775" cy="4503045"/>
          </a:xfrm>
        </p:spPr>
        <p:txBody>
          <a:bodyPr anchor="b"/>
          <a:lstStyle>
            <a:lvl1pPr>
              <a:defRPr sz="3995"/>
            </a:lvl1pPr>
          </a:lstStyle>
          <a:p>
            <a:pPr fontAlgn="base"/>
            <a:r>
              <a:rPr lang="zh-CN" altLang="en-US" sz="399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53885" y="7244467"/>
            <a:ext cx="7001775" cy="2368045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04165" indent="0">
              <a:buNone/>
              <a:defRPr sz="1330">
                <a:solidFill>
                  <a:schemeClr val="tx1">
                    <a:tint val="75000"/>
                  </a:schemeClr>
                </a:solidFill>
              </a:defRPr>
            </a:lvl2pPr>
            <a:lvl3pPr marL="60896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913130" indent="0">
              <a:buNone/>
              <a:defRPr sz="1065">
                <a:solidFill>
                  <a:schemeClr val="tx1">
                    <a:tint val="75000"/>
                  </a:schemeClr>
                </a:solidFill>
              </a:defRPr>
            </a:lvl4pPr>
            <a:lvl5pPr marL="1217930" indent="0">
              <a:buNone/>
              <a:defRPr sz="1065">
                <a:solidFill>
                  <a:schemeClr val="tx1">
                    <a:tint val="75000"/>
                  </a:schemeClr>
                </a:solidFill>
              </a:defRPr>
            </a:lvl5pPr>
            <a:lvl6pPr marL="1522095" indent="0">
              <a:buNone/>
              <a:defRPr sz="1065">
                <a:solidFill>
                  <a:schemeClr val="tx1">
                    <a:tint val="75000"/>
                  </a:schemeClr>
                </a:solidFill>
              </a:defRPr>
            </a:lvl6pPr>
            <a:lvl7pPr marL="1826260" indent="0">
              <a:buNone/>
              <a:defRPr sz="1065">
                <a:solidFill>
                  <a:schemeClr val="tx1">
                    <a:tint val="75000"/>
                  </a:schemeClr>
                </a:solidFill>
              </a:defRPr>
            </a:lvl7pPr>
            <a:lvl8pPr marL="2131060" indent="0">
              <a:buNone/>
              <a:defRPr sz="1065">
                <a:solidFill>
                  <a:schemeClr val="tx1">
                    <a:tint val="75000"/>
                  </a:schemeClr>
                </a:solidFill>
              </a:defRPr>
            </a:lvl8pPr>
            <a:lvl9pPr marL="2435225" indent="0">
              <a:buNone/>
              <a:defRPr sz="10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24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90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05900" y="2525916"/>
            <a:ext cx="3580038" cy="7144233"/>
          </a:xfrm>
        </p:spPr>
        <p:txBody>
          <a:bodyPr/>
          <a:lstStyle/>
          <a:p>
            <a:pPr lvl="0" fontAlgn="base"/>
            <a:r>
              <a:rPr lang="zh-CN" altLang="en-US" sz="284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48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13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7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7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32062" y="2525916"/>
            <a:ext cx="3580038" cy="7144233"/>
          </a:xfrm>
        </p:spPr>
        <p:txBody>
          <a:bodyPr/>
          <a:lstStyle/>
          <a:p>
            <a:pPr lvl="0" fontAlgn="base"/>
            <a:r>
              <a:rPr lang="zh-CN" altLang="en-US" sz="284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48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13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7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7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24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9170" y="576350"/>
            <a:ext cx="7001775" cy="2092401"/>
          </a:xfrm>
        </p:spPr>
        <p:txBody>
          <a:bodyPr/>
          <a:lstStyle/>
          <a:p>
            <a:pPr fontAlgn="base"/>
            <a:r>
              <a:rPr lang="zh-CN" altLang="en-US" sz="390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90210" y="2807264"/>
            <a:ext cx="3245052" cy="1300545"/>
          </a:xfrm>
        </p:spPr>
        <p:txBody>
          <a:bodyPr anchor="ctr" anchorCtr="0"/>
          <a:lstStyle>
            <a:lvl1pPr marL="0" indent="0">
              <a:buNone/>
              <a:defRPr sz="1865"/>
            </a:lvl1pPr>
            <a:lvl2pPr marL="304165" indent="0">
              <a:buNone/>
              <a:defRPr sz="1600"/>
            </a:lvl2pPr>
            <a:lvl3pPr marL="608965" indent="0">
              <a:buNone/>
              <a:defRPr sz="1330"/>
            </a:lvl3pPr>
            <a:lvl4pPr marL="913130" indent="0">
              <a:buNone/>
              <a:defRPr sz="1200"/>
            </a:lvl4pPr>
            <a:lvl5pPr marL="1217930" indent="0">
              <a:buNone/>
              <a:defRPr sz="1200"/>
            </a:lvl5pPr>
            <a:lvl6pPr marL="1522095" indent="0">
              <a:buNone/>
              <a:defRPr sz="1200"/>
            </a:lvl6pPr>
            <a:lvl7pPr marL="1826260" indent="0">
              <a:buNone/>
              <a:defRPr sz="1200"/>
            </a:lvl7pPr>
            <a:lvl8pPr marL="2131060" indent="0">
              <a:buNone/>
              <a:defRPr sz="1200"/>
            </a:lvl8pPr>
            <a:lvl9pPr marL="2435225" indent="0">
              <a:buNone/>
              <a:defRPr sz="1200"/>
            </a:lvl9pPr>
          </a:lstStyle>
          <a:p>
            <a:pPr lvl="0" fontAlgn="base"/>
            <a:r>
              <a:rPr lang="zh-CN" altLang="en-US" sz="186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90210" y="4207301"/>
            <a:ext cx="3245052" cy="5563082"/>
          </a:xfrm>
        </p:spPr>
        <p:txBody>
          <a:bodyPr/>
          <a:lstStyle/>
          <a:p>
            <a:pPr lvl="0" fontAlgn="base"/>
            <a:r>
              <a:rPr lang="zh-CN" altLang="en-US" sz="284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48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13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7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7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166160" y="2807264"/>
            <a:ext cx="3261034" cy="1300545"/>
          </a:xfrm>
        </p:spPr>
        <p:txBody>
          <a:bodyPr anchor="ctr" anchorCtr="0"/>
          <a:lstStyle>
            <a:lvl1pPr marL="0" indent="0">
              <a:buNone/>
              <a:defRPr sz="1865"/>
            </a:lvl1pPr>
            <a:lvl2pPr marL="304165" indent="0">
              <a:buNone/>
              <a:defRPr sz="1600"/>
            </a:lvl2pPr>
            <a:lvl3pPr marL="608965" indent="0">
              <a:buNone/>
              <a:defRPr sz="1330"/>
            </a:lvl3pPr>
            <a:lvl4pPr marL="913130" indent="0">
              <a:buNone/>
              <a:defRPr sz="1200"/>
            </a:lvl4pPr>
            <a:lvl5pPr marL="1217930" indent="0">
              <a:buNone/>
              <a:defRPr sz="1200"/>
            </a:lvl5pPr>
            <a:lvl6pPr marL="1522095" indent="0">
              <a:buNone/>
              <a:defRPr sz="1200"/>
            </a:lvl6pPr>
            <a:lvl7pPr marL="1826260" indent="0">
              <a:buNone/>
              <a:defRPr sz="1200"/>
            </a:lvl7pPr>
            <a:lvl8pPr marL="2131060" indent="0">
              <a:buNone/>
              <a:defRPr sz="1200"/>
            </a:lvl8pPr>
            <a:lvl9pPr marL="2435225" indent="0">
              <a:buNone/>
              <a:defRPr sz="1200"/>
            </a:lvl9pPr>
          </a:lstStyle>
          <a:p>
            <a:pPr lvl="0" fontAlgn="base"/>
            <a:r>
              <a:rPr lang="zh-CN" altLang="en-US" sz="186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166160" y="4207301"/>
            <a:ext cx="3261034" cy="5563082"/>
          </a:xfrm>
        </p:spPr>
        <p:txBody>
          <a:bodyPr/>
          <a:lstStyle/>
          <a:p>
            <a:pPr lvl="0" fontAlgn="base"/>
            <a:r>
              <a:rPr lang="zh-CN" altLang="en-US" sz="284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48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13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7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7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24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90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24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24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9170" y="721690"/>
            <a:ext cx="2618266" cy="2525916"/>
          </a:xfrm>
        </p:spPr>
        <p:txBody>
          <a:bodyPr anchor="b"/>
          <a:lstStyle>
            <a:lvl1pPr>
              <a:defRPr sz="2130"/>
            </a:lvl1pPr>
          </a:lstStyle>
          <a:p>
            <a:pPr fontAlgn="base"/>
            <a:r>
              <a:rPr lang="zh-CN" altLang="en-US" sz="213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51207" y="1558650"/>
            <a:ext cx="4109737" cy="7693017"/>
          </a:xfrm>
        </p:spPr>
        <p:txBody>
          <a:bodyPr/>
          <a:lstStyle>
            <a:lvl1pPr>
              <a:defRPr sz="2130"/>
            </a:lvl1pPr>
            <a:lvl2pPr>
              <a:defRPr sz="1865"/>
            </a:lvl2pPr>
            <a:lvl3pPr>
              <a:defRPr sz="1600"/>
            </a:lvl3pPr>
            <a:lvl4pPr>
              <a:defRPr sz="1330"/>
            </a:lvl4pPr>
            <a:lvl5pPr>
              <a:defRPr sz="1330"/>
            </a:lvl5pPr>
            <a:lvl6pPr>
              <a:defRPr sz="1330"/>
            </a:lvl6pPr>
            <a:lvl7pPr>
              <a:defRPr sz="1330"/>
            </a:lvl7pPr>
            <a:lvl8pPr>
              <a:defRPr sz="1330"/>
            </a:lvl8pPr>
            <a:lvl9pPr>
              <a:defRPr sz="1330"/>
            </a:lvl9pPr>
          </a:lstStyle>
          <a:p>
            <a:pPr lvl="0" fontAlgn="base"/>
            <a:r>
              <a:rPr lang="zh-CN" altLang="en-US" sz="213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186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330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33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59170" y="3247606"/>
            <a:ext cx="2618266" cy="6016592"/>
          </a:xfrm>
        </p:spPr>
        <p:txBody>
          <a:bodyPr/>
          <a:lstStyle>
            <a:lvl1pPr marL="0" indent="0">
              <a:buNone/>
              <a:defRPr sz="1065"/>
            </a:lvl1pPr>
            <a:lvl2pPr marL="304165" indent="0">
              <a:buNone/>
              <a:defRPr sz="935"/>
            </a:lvl2pPr>
            <a:lvl3pPr marL="608965" indent="0">
              <a:buNone/>
              <a:defRPr sz="800"/>
            </a:lvl3pPr>
            <a:lvl4pPr marL="913130" indent="0">
              <a:buNone/>
              <a:defRPr sz="670"/>
            </a:lvl4pPr>
            <a:lvl5pPr marL="1217930" indent="0">
              <a:buNone/>
              <a:defRPr sz="670"/>
            </a:lvl5pPr>
            <a:lvl6pPr marL="1522095" indent="0">
              <a:buNone/>
              <a:defRPr sz="670"/>
            </a:lvl6pPr>
            <a:lvl7pPr marL="1826260" indent="0">
              <a:buNone/>
              <a:defRPr sz="670"/>
            </a:lvl7pPr>
            <a:lvl8pPr marL="2131060" indent="0">
              <a:buNone/>
              <a:defRPr sz="670"/>
            </a:lvl8pPr>
            <a:lvl9pPr marL="2435225" indent="0">
              <a:buNone/>
              <a:defRPr sz="670"/>
            </a:lvl9pPr>
          </a:lstStyle>
          <a:p>
            <a:pPr lvl="0" fontAlgn="base"/>
            <a:r>
              <a:rPr lang="zh-CN" altLang="en-US" sz="106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24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9170" y="721690"/>
            <a:ext cx="2773483" cy="2525916"/>
          </a:xfrm>
        </p:spPr>
        <p:txBody>
          <a:bodyPr anchor="b"/>
          <a:lstStyle>
            <a:lvl1pPr>
              <a:defRPr sz="2130"/>
            </a:lvl1pPr>
          </a:lstStyle>
          <a:p>
            <a:pPr fontAlgn="base"/>
            <a:r>
              <a:rPr lang="zh-CN" altLang="en-US" sz="213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451207" y="721692"/>
            <a:ext cx="4109737" cy="8529977"/>
          </a:xfrm>
        </p:spPr>
        <p:txBody>
          <a:bodyPr/>
          <a:lstStyle>
            <a:lvl1pPr marL="0" indent="0">
              <a:buNone/>
              <a:defRPr sz="2130"/>
            </a:lvl1pPr>
            <a:lvl2pPr marL="304165" indent="0">
              <a:buNone/>
              <a:defRPr sz="1865"/>
            </a:lvl2pPr>
            <a:lvl3pPr marL="608965" indent="0">
              <a:buNone/>
              <a:defRPr sz="1600"/>
            </a:lvl3pPr>
            <a:lvl4pPr marL="913130" indent="0">
              <a:buNone/>
              <a:defRPr sz="1330"/>
            </a:lvl4pPr>
            <a:lvl5pPr marL="1217930" indent="0">
              <a:buNone/>
              <a:defRPr sz="1330"/>
            </a:lvl5pPr>
            <a:lvl6pPr marL="1522095" indent="0">
              <a:buNone/>
              <a:defRPr sz="1330"/>
            </a:lvl6pPr>
            <a:lvl7pPr marL="1826260" indent="0">
              <a:buNone/>
              <a:defRPr sz="1330"/>
            </a:lvl7pPr>
            <a:lvl8pPr marL="2131060" indent="0">
              <a:buNone/>
              <a:defRPr sz="1330"/>
            </a:lvl8pPr>
            <a:lvl9pPr marL="2435225" indent="0">
              <a:buNone/>
              <a:defRPr sz="133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59170" y="3247606"/>
            <a:ext cx="2773483" cy="6016592"/>
          </a:xfrm>
        </p:spPr>
        <p:txBody>
          <a:bodyPr/>
          <a:lstStyle>
            <a:lvl1pPr marL="0" indent="0">
              <a:buNone/>
              <a:defRPr sz="1330"/>
            </a:lvl1pPr>
            <a:lvl2pPr marL="304165" indent="0">
              <a:buNone/>
              <a:defRPr sz="1200"/>
            </a:lvl2pPr>
            <a:lvl3pPr marL="608965" indent="0">
              <a:buNone/>
              <a:defRPr sz="1065"/>
            </a:lvl3pPr>
            <a:lvl4pPr marL="913130" indent="0">
              <a:buNone/>
              <a:defRPr sz="935"/>
            </a:lvl4pPr>
            <a:lvl5pPr marL="1217930" indent="0">
              <a:buNone/>
              <a:defRPr sz="935"/>
            </a:lvl5pPr>
            <a:lvl6pPr marL="1522095" indent="0">
              <a:buNone/>
              <a:defRPr sz="935"/>
            </a:lvl6pPr>
            <a:lvl7pPr marL="1826260" indent="0">
              <a:buNone/>
              <a:defRPr sz="935"/>
            </a:lvl7pPr>
            <a:lvl8pPr marL="2131060" indent="0">
              <a:buNone/>
              <a:defRPr sz="935"/>
            </a:lvl8pPr>
            <a:lvl9pPr marL="2435225" indent="0">
              <a:buNone/>
              <a:defRPr sz="935"/>
            </a:lvl9pPr>
          </a:lstStyle>
          <a:p>
            <a:pPr lvl="0" fontAlgn="base"/>
            <a:r>
              <a:rPr lang="zh-CN" altLang="en-US" sz="1330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24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90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z="284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48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13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7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7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24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885550" y="433516"/>
            <a:ext cx="1826550" cy="9236632"/>
          </a:xfrm>
        </p:spPr>
        <p:txBody>
          <a:bodyPr vert="eaVert"/>
          <a:lstStyle/>
          <a:p>
            <a:pPr fontAlgn="base"/>
            <a:r>
              <a:rPr lang="zh-CN" altLang="en-US" sz="390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05900" y="433516"/>
            <a:ext cx="5373763" cy="9236632"/>
          </a:xfrm>
        </p:spPr>
        <p:txBody>
          <a:bodyPr vert="eaVert"/>
          <a:lstStyle/>
          <a:p>
            <a:pPr lvl="0" fontAlgn="base"/>
            <a:r>
              <a:rPr lang="zh-CN" altLang="en-US" sz="284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48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13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7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7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24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14750" y="1771650"/>
            <a:ext cx="6088500" cy="3768827"/>
          </a:xfrm>
        </p:spPr>
        <p:txBody>
          <a:bodyPr anchor="b"/>
          <a:lstStyle>
            <a:lvl1pPr algn="ctr">
              <a:defRPr sz="3995"/>
            </a:lvl1pPr>
          </a:lstStyle>
          <a:p>
            <a:pPr fontAlgn="base"/>
            <a:r>
              <a:rPr lang="zh-CN" altLang="en-US" sz="399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14750" y="5685817"/>
            <a:ext cx="6088500" cy="2613620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165" indent="0" algn="ctr">
              <a:buNone/>
              <a:defRPr sz="1330"/>
            </a:lvl2pPr>
            <a:lvl3pPr marL="608965" indent="0" algn="ctr">
              <a:buNone/>
              <a:defRPr sz="1200"/>
            </a:lvl3pPr>
            <a:lvl4pPr marL="913130" indent="0" algn="ctr">
              <a:buNone/>
              <a:defRPr sz="1065"/>
            </a:lvl4pPr>
            <a:lvl5pPr marL="1217930" indent="0" algn="ctr">
              <a:buNone/>
              <a:defRPr sz="1065"/>
            </a:lvl5pPr>
            <a:lvl6pPr marL="1522095" indent="0" algn="ctr">
              <a:buNone/>
              <a:defRPr sz="1065"/>
            </a:lvl6pPr>
            <a:lvl7pPr marL="1826260" indent="0" algn="ctr">
              <a:buNone/>
              <a:defRPr sz="1065"/>
            </a:lvl7pPr>
            <a:lvl8pPr marL="2131060" indent="0" algn="ctr">
              <a:buNone/>
              <a:defRPr sz="1065"/>
            </a:lvl8pPr>
            <a:lvl9pPr marL="2435225" indent="0" algn="ctr">
              <a:buNone/>
              <a:defRPr sz="1065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24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90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z="284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48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13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7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7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24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3885" y="2698821"/>
            <a:ext cx="7001775" cy="4503045"/>
          </a:xfrm>
        </p:spPr>
        <p:txBody>
          <a:bodyPr anchor="b"/>
          <a:lstStyle>
            <a:lvl1pPr>
              <a:defRPr sz="3995"/>
            </a:lvl1pPr>
          </a:lstStyle>
          <a:p>
            <a:pPr fontAlgn="base"/>
            <a:r>
              <a:rPr lang="zh-CN" altLang="en-US" sz="399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53885" y="7244467"/>
            <a:ext cx="7001775" cy="2368045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04165" indent="0">
              <a:buNone/>
              <a:defRPr sz="1330">
                <a:solidFill>
                  <a:schemeClr val="tx1">
                    <a:tint val="75000"/>
                  </a:schemeClr>
                </a:solidFill>
              </a:defRPr>
            </a:lvl2pPr>
            <a:lvl3pPr marL="60896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913130" indent="0">
              <a:buNone/>
              <a:defRPr sz="1065">
                <a:solidFill>
                  <a:schemeClr val="tx1">
                    <a:tint val="75000"/>
                  </a:schemeClr>
                </a:solidFill>
              </a:defRPr>
            </a:lvl4pPr>
            <a:lvl5pPr marL="1217930" indent="0">
              <a:buNone/>
              <a:defRPr sz="1065">
                <a:solidFill>
                  <a:schemeClr val="tx1">
                    <a:tint val="75000"/>
                  </a:schemeClr>
                </a:solidFill>
              </a:defRPr>
            </a:lvl5pPr>
            <a:lvl6pPr marL="1522095" indent="0">
              <a:buNone/>
              <a:defRPr sz="1065">
                <a:solidFill>
                  <a:schemeClr val="tx1">
                    <a:tint val="75000"/>
                  </a:schemeClr>
                </a:solidFill>
              </a:defRPr>
            </a:lvl6pPr>
            <a:lvl7pPr marL="1826260" indent="0">
              <a:buNone/>
              <a:defRPr sz="1065">
                <a:solidFill>
                  <a:schemeClr val="tx1">
                    <a:tint val="75000"/>
                  </a:schemeClr>
                </a:solidFill>
              </a:defRPr>
            </a:lvl7pPr>
            <a:lvl8pPr marL="2131060" indent="0">
              <a:buNone/>
              <a:defRPr sz="1065">
                <a:solidFill>
                  <a:schemeClr val="tx1">
                    <a:tint val="75000"/>
                  </a:schemeClr>
                </a:solidFill>
              </a:defRPr>
            </a:lvl8pPr>
            <a:lvl9pPr marL="2435225" indent="0">
              <a:buNone/>
              <a:defRPr sz="10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24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90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05900" y="2525916"/>
            <a:ext cx="3580038" cy="7144233"/>
          </a:xfrm>
        </p:spPr>
        <p:txBody>
          <a:bodyPr/>
          <a:lstStyle/>
          <a:p>
            <a:pPr lvl="0" fontAlgn="base"/>
            <a:r>
              <a:rPr lang="zh-CN" altLang="en-US" sz="284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48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13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7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7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32062" y="2525916"/>
            <a:ext cx="3580038" cy="7144233"/>
          </a:xfrm>
        </p:spPr>
        <p:txBody>
          <a:bodyPr/>
          <a:lstStyle/>
          <a:p>
            <a:pPr lvl="0" fontAlgn="base"/>
            <a:r>
              <a:rPr lang="zh-CN" altLang="en-US" sz="284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48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13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7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7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24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9170" y="576350"/>
            <a:ext cx="7001775" cy="2092401"/>
          </a:xfrm>
        </p:spPr>
        <p:txBody>
          <a:bodyPr/>
          <a:lstStyle/>
          <a:p>
            <a:pPr fontAlgn="base"/>
            <a:r>
              <a:rPr lang="zh-CN" altLang="en-US" sz="390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90210" y="2807264"/>
            <a:ext cx="3245052" cy="1300545"/>
          </a:xfrm>
        </p:spPr>
        <p:txBody>
          <a:bodyPr anchor="ctr" anchorCtr="0"/>
          <a:lstStyle>
            <a:lvl1pPr marL="0" indent="0">
              <a:buNone/>
              <a:defRPr sz="1865"/>
            </a:lvl1pPr>
            <a:lvl2pPr marL="304165" indent="0">
              <a:buNone/>
              <a:defRPr sz="1600"/>
            </a:lvl2pPr>
            <a:lvl3pPr marL="608965" indent="0">
              <a:buNone/>
              <a:defRPr sz="1330"/>
            </a:lvl3pPr>
            <a:lvl4pPr marL="913130" indent="0">
              <a:buNone/>
              <a:defRPr sz="1200"/>
            </a:lvl4pPr>
            <a:lvl5pPr marL="1217930" indent="0">
              <a:buNone/>
              <a:defRPr sz="1200"/>
            </a:lvl5pPr>
            <a:lvl6pPr marL="1522095" indent="0">
              <a:buNone/>
              <a:defRPr sz="1200"/>
            </a:lvl6pPr>
            <a:lvl7pPr marL="1826260" indent="0">
              <a:buNone/>
              <a:defRPr sz="1200"/>
            </a:lvl7pPr>
            <a:lvl8pPr marL="2131060" indent="0">
              <a:buNone/>
              <a:defRPr sz="1200"/>
            </a:lvl8pPr>
            <a:lvl9pPr marL="2435225" indent="0">
              <a:buNone/>
              <a:defRPr sz="1200"/>
            </a:lvl9pPr>
          </a:lstStyle>
          <a:p>
            <a:pPr lvl="0" fontAlgn="base"/>
            <a:r>
              <a:rPr lang="zh-CN" altLang="en-US" sz="186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90210" y="4207301"/>
            <a:ext cx="3245052" cy="5563082"/>
          </a:xfrm>
        </p:spPr>
        <p:txBody>
          <a:bodyPr/>
          <a:lstStyle/>
          <a:p>
            <a:pPr lvl="0" fontAlgn="base"/>
            <a:r>
              <a:rPr lang="zh-CN" altLang="en-US" sz="284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48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13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7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7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166160" y="2807264"/>
            <a:ext cx="3261034" cy="1300545"/>
          </a:xfrm>
        </p:spPr>
        <p:txBody>
          <a:bodyPr anchor="ctr" anchorCtr="0"/>
          <a:lstStyle>
            <a:lvl1pPr marL="0" indent="0">
              <a:buNone/>
              <a:defRPr sz="1865"/>
            </a:lvl1pPr>
            <a:lvl2pPr marL="304165" indent="0">
              <a:buNone/>
              <a:defRPr sz="1600"/>
            </a:lvl2pPr>
            <a:lvl3pPr marL="608965" indent="0">
              <a:buNone/>
              <a:defRPr sz="1330"/>
            </a:lvl3pPr>
            <a:lvl4pPr marL="913130" indent="0">
              <a:buNone/>
              <a:defRPr sz="1200"/>
            </a:lvl4pPr>
            <a:lvl5pPr marL="1217930" indent="0">
              <a:buNone/>
              <a:defRPr sz="1200"/>
            </a:lvl5pPr>
            <a:lvl6pPr marL="1522095" indent="0">
              <a:buNone/>
              <a:defRPr sz="1200"/>
            </a:lvl6pPr>
            <a:lvl7pPr marL="1826260" indent="0">
              <a:buNone/>
              <a:defRPr sz="1200"/>
            </a:lvl7pPr>
            <a:lvl8pPr marL="2131060" indent="0">
              <a:buNone/>
              <a:defRPr sz="1200"/>
            </a:lvl8pPr>
            <a:lvl9pPr marL="2435225" indent="0">
              <a:buNone/>
              <a:defRPr sz="1200"/>
            </a:lvl9pPr>
          </a:lstStyle>
          <a:p>
            <a:pPr lvl="0" fontAlgn="base"/>
            <a:r>
              <a:rPr lang="zh-CN" altLang="en-US" sz="186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166160" y="4207301"/>
            <a:ext cx="3261034" cy="5563082"/>
          </a:xfrm>
        </p:spPr>
        <p:txBody>
          <a:bodyPr/>
          <a:lstStyle/>
          <a:p>
            <a:pPr lvl="0" fontAlgn="base"/>
            <a:r>
              <a:rPr lang="zh-CN" altLang="en-US" sz="284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48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13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7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7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24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90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24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24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9170" y="721690"/>
            <a:ext cx="2618266" cy="2525916"/>
          </a:xfrm>
        </p:spPr>
        <p:txBody>
          <a:bodyPr anchor="b"/>
          <a:lstStyle>
            <a:lvl1pPr>
              <a:defRPr sz="2130"/>
            </a:lvl1pPr>
          </a:lstStyle>
          <a:p>
            <a:pPr fontAlgn="base"/>
            <a:r>
              <a:rPr lang="zh-CN" altLang="en-US" sz="213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51207" y="1558650"/>
            <a:ext cx="4109737" cy="7693017"/>
          </a:xfrm>
        </p:spPr>
        <p:txBody>
          <a:bodyPr/>
          <a:lstStyle>
            <a:lvl1pPr>
              <a:defRPr sz="2130"/>
            </a:lvl1pPr>
            <a:lvl2pPr>
              <a:defRPr sz="1865"/>
            </a:lvl2pPr>
            <a:lvl3pPr>
              <a:defRPr sz="1600"/>
            </a:lvl3pPr>
            <a:lvl4pPr>
              <a:defRPr sz="1330"/>
            </a:lvl4pPr>
            <a:lvl5pPr>
              <a:defRPr sz="1330"/>
            </a:lvl5pPr>
            <a:lvl6pPr>
              <a:defRPr sz="1330"/>
            </a:lvl6pPr>
            <a:lvl7pPr>
              <a:defRPr sz="1330"/>
            </a:lvl7pPr>
            <a:lvl8pPr>
              <a:defRPr sz="1330"/>
            </a:lvl8pPr>
            <a:lvl9pPr>
              <a:defRPr sz="1330"/>
            </a:lvl9pPr>
          </a:lstStyle>
          <a:p>
            <a:pPr lvl="0" fontAlgn="base"/>
            <a:r>
              <a:rPr lang="zh-CN" altLang="en-US" sz="213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186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330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330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59170" y="3247606"/>
            <a:ext cx="2618266" cy="6016592"/>
          </a:xfrm>
        </p:spPr>
        <p:txBody>
          <a:bodyPr/>
          <a:lstStyle>
            <a:lvl1pPr marL="0" indent="0">
              <a:buNone/>
              <a:defRPr sz="1065"/>
            </a:lvl1pPr>
            <a:lvl2pPr marL="304165" indent="0">
              <a:buNone/>
              <a:defRPr sz="935"/>
            </a:lvl2pPr>
            <a:lvl3pPr marL="608965" indent="0">
              <a:buNone/>
              <a:defRPr sz="800"/>
            </a:lvl3pPr>
            <a:lvl4pPr marL="913130" indent="0">
              <a:buNone/>
              <a:defRPr sz="670"/>
            </a:lvl4pPr>
            <a:lvl5pPr marL="1217930" indent="0">
              <a:buNone/>
              <a:defRPr sz="670"/>
            </a:lvl5pPr>
            <a:lvl6pPr marL="1522095" indent="0">
              <a:buNone/>
              <a:defRPr sz="670"/>
            </a:lvl6pPr>
            <a:lvl7pPr marL="1826260" indent="0">
              <a:buNone/>
              <a:defRPr sz="670"/>
            </a:lvl7pPr>
            <a:lvl8pPr marL="2131060" indent="0">
              <a:buNone/>
              <a:defRPr sz="670"/>
            </a:lvl8pPr>
            <a:lvl9pPr marL="2435225" indent="0">
              <a:buNone/>
              <a:defRPr sz="670"/>
            </a:lvl9pPr>
          </a:lstStyle>
          <a:p>
            <a:pPr lvl="0" fontAlgn="base"/>
            <a:r>
              <a:rPr lang="zh-CN" altLang="en-US" sz="106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24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9170" y="721690"/>
            <a:ext cx="2773483" cy="2525916"/>
          </a:xfrm>
        </p:spPr>
        <p:txBody>
          <a:bodyPr anchor="b"/>
          <a:lstStyle>
            <a:lvl1pPr>
              <a:defRPr sz="2130"/>
            </a:lvl1pPr>
          </a:lstStyle>
          <a:p>
            <a:pPr fontAlgn="base"/>
            <a:r>
              <a:rPr lang="zh-CN" altLang="en-US" sz="213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451207" y="721692"/>
            <a:ext cx="4109737" cy="8529977"/>
          </a:xfrm>
        </p:spPr>
        <p:txBody>
          <a:bodyPr/>
          <a:lstStyle>
            <a:lvl1pPr marL="0" indent="0">
              <a:buNone/>
              <a:defRPr sz="2130"/>
            </a:lvl1pPr>
            <a:lvl2pPr marL="304165" indent="0">
              <a:buNone/>
              <a:defRPr sz="1865"/>
            </a:lvl2pPr>
            <a:lvl3pPr marL="608965" indent="0">
              <a:buNone/>
              <a:defRPr sz="1600"/>
            </a:lvl3pPr>
            <a:lvl4pPr marL="913130" indent="0">
              <a:buNone/>
              <a:defRPr sz="1330"/>
            </a:lvl4pPr>
            <a:lvl5pPr marL="1217930" indent="0">
              <a:buNone/>
              <a:defRPr sz="1330"/>
            </a:lvl5pPr>
            <a:lvl6pPr marL="1522095" indent="0">
              <a:buNone/>
              <a:defRPr sz="1330"/>
            </a:lvl6pPr>
            <a:lvl7pPr marL="1826260" indent="0">
              <a:buNone/>
              <a:defRPr sz="1330"/>
            </a:lvl7pPr>
            <a:lvl8pPr marL="2131060" indent="0">
              <a:buNone/>
              <a:defRPr sz="1330"/>
            </a:lvl8pPr>
            <a:lvl9pPr marL="2435225" indent="0">
              <a:buNone/>
              <a:defRPr sz="133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59170" y="3247606"/>
            <a:ext cx="2773483" cy="6016592"/>
          </a:xfrm>
        </p:spPr>
        <p:txBody>
          <a:bodyPr/>
          <a:lstStyle>
            <a:lvl1pPr marL="0" indent="0">
              <a:buNone/>
              <a:defRPr sz="1330"/>
            </a:lvl1pPr>
            <a:lvl2pPr marL="304165" indent="0">
              <a:buNone/>
              <a:defRPr sz="1200"/>
            </a:lvl2pPr>
            <a:lvl3pPr marL="608965" indent="0">
              <a:buNone/>
              <a:defRPr sz="1065"/>
            </a:lvl3pPr>
            <a:lvl4pPr marL="913130" indent="0">
              <a:buNone/>
              <a:defRPr sz="935"/>
            </a:lvl4pPr>
            <a:lvl5pPr marL="1217930" indent="0">
              <a:buNone/>
              <a:defRPr sz="935"/>
            </a:lvl5pPr>
            <a:lvl6pPr marL="1522095" indent="0">
              <a:buNone/>
              <a:defRPr sz="935"/>
            </a:lvl6pPr>
            <a:lvl7pPr marL="1826260" indent="0">
              <a:buNone/>
              <a:defRPr sz="935"/>
            </a:lvl7pPr>
            <a:lvl8pPr marL="2131060" indent="0">
              <a:buNone/>
              <a:defRPr sz="935"/>
            </a:lvl8pPr>
            <a:lvl9pPr marL="2435225" indent="0">
              <a:buNone/>
              <a:defRPr sz="935"/>
            </a:lvl9pPr>
          </a:lstStyle>
          <a:p>
            <a:pPr lvl="0" fontAlgn="base"/>
            <a:r>
              <a:rPr lang="zh-CN" altLang="en-US" sz="1330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24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90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z="284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48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13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7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7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24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885550" y="433516"/>
            <a:ext cx="1826550" cy="9236632"/>
          </a:xfrm>
        </p:spPr>
        <p:txBody>
          <a:bodyPr vert="eaVert"/>
          <a:lstStyle/>
          <a:p>
            <a:pPr fontAlgn="base"/>
            <a:r>
              <a:rPr lang="zh-CN" altLang="en-US" sz="390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05900" y="433516"/>
            <a:ext cx="5373763" cy="9236632"/>
          </a:xfrm>
        </p:spPr>
        <p:txBody>
          <a:bodyPr vert="eaVert"/>
          <a:lstStyle/>
          <a:p>
            <a:pPr lvl="0" fontAlgn="base"/>
            <a:r>
              <a:rPr lang="zh-CN" altLang="en-US" sz="2840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48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13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77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77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z="124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06400" y="433388"/>
            <a:ext cx="7305675" cy="18049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 fontAlgn="base"/>
            <a:r>
              <a:rPr lang="zh-CN" altLang="en-US" sz="390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06400" y="2525713"/>
            <a:ext cx="7305675" cy="7143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fontAlgn="base"/>
            <a:r>
              <a:rPr lang="zh-CN" altLang="en-US" sz="284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48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213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7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7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06400" y="9858375"/>
            <a:ext cx="1893888" cy="7508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245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2773363" y="9858375"/>
            <a:ext cx="2571750" cy="7508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245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5818188" y="9858375"/>
            <a:ext cx="1893888" cy="7508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245"/>
            </a:lvl1pPr>
          </a:lstStyle>
          <a:p>
            <a:pPr lvl="0" fontAlgn="base"/>
            <a:fld id="{9A0DB2DC-4C9A-4742-B13C-FB6460FD3503}" type="slidenum">
              <a:rPr lang="zh-CN" altLang="en-US" sz="124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81153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905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04165" lvl="0" indent="-304165" algn="l" defTabSz="811530" eaLnBrk="1" fontAlgn="base" latinLnBrk="0" hangingPunct="1">
        <a:lnSpc>
          <a:spcPct val="100000"/>
        </a:lnSpc>
        <a:spcBef>
          <a:spcPts val="85"/>
        </a:spcBef>
        <a:spcAft>
          <a:spcPct val="0"/>
        </a:spcAft>
        <a:buChar char="•"/>
        <a:defRPr sz="284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59765" lvl="1" indent="-253365" algn="l" defTabSz="811530" eaLnBrk="1" fontAlgn="base" latinLnBrk="0" hangingPunct="1">
        <a:lnSpc>
          <a:spcPct val="100000"/>
        </a:lnSpc>
        <a:spcBef>
          <a:spcPts val="85"/>
        </a:spcBef>
        <a:spcAft>
          <a:spcPct val="0"/>
        </a:spcAft>
        <a:buChar char="–"/>
        <a:defRPr sz="24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014730" lvl="2" indent="-203200" algn="l" defTabSz="811530" eaLnBrk="1" fontAlgn="base" latinLnBrk="0" hangingPunct="1">
        <a:lnSpc>
          <a:spcPct val="100000"/>
        </a:lnSpc>
        <a:spcBef>
          <a:spcPts val="85"/>
        </a:spcBef>
        <a:spcAft>
          <a:spcPct val="0"/>
        </a:spcAft>
        <a:buChar char="•"/>
        <a:defRPr sz="213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420495" lvl="3" indent="-203200" algn="l" defTabSz="811530" eaLnBrk="1" fontAlgn="base" latinLnBrk="0" hangingPunct="1">
        <a:lnSpc>
          <a:spcPct val="100000"/>
        </a:lnSpc>
        <a:spcBef>
          <a:spcPts val="85"/>
        </a:spcBef>
        <a:spcAft>
          <a:spcPct val="0"/>
        </a:spcAft>
        <a:buChar char="–"/>
        <a:defRPr sz="17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6260" lvl="4" indent="-203200" algn="l" defTabSz="811530" eaLnBrk="1" fontAlgn="base" latinLnBrk="0" hangingPunct="1">
        <a:lnSpc>
          <a:spcPct val="100000"/>
        </a:lnSpc>
        <a:spcBef>
          <a:spcPts val="85"/>
        </a:spcBef>
        <a:spcAft>
          <a:spcPct val="0"/>
        </a:spcAft>
        <a:buChar char="»"/>
        <a:defRPr sz="17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32660" lvl="5" indent="-203200" algn="l" defTabSz="811530" eaLnBrk="1" fontAlgn="base" latinLnBrk="0" hangingPunct="1">
        <a:lnSpc>
          <a:spcPct val="100000"/>
        </a:lnSpc>
        <a:spcBef>
          <a:spcPts val="85"/>
        </a:spcBef>
        <a:spcAft>
          <a:spcPct val="0"/>
        </a:spcAft>
        <a:buChar char="»"/>
        <a:defRPr sz="17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638425" lvl="6" indent="-203200" algn="l" defTabSz="811530" eaLnBrk="1" fontAlgn="base" latinLnBrk="0" hangingPunct="1">
        <a:lnSpc>
          <a:spcPct val="100000"/>
        </a:lnSpc>
        <a:spcBef>
          <a:spcPts val="85"/>
        </a:spcBef>
        <a:spcAft>
          <a:spcPct val="0"/>
        </a:spcAft>
        <a:buChar char="»"/>
        <a:defRPr sz="17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044190" lvl="7" indent="-203200" algn="l" defTabSz="811530" eaLnBrk="1" fontAlgn="base" latinLnBrk="0" hangingPunct="1">
        <a:lnSpc>
          <a:spcPct val="100000"/>
        </a:lnSpc>
        <a:spcBef>
          <a:spcPts val="85"/>
        </a:spcBef>
        <a:spcAft>
          <a:spcPct val="0"/>
        </a:spcAft>
        <a:buChar char="»"/>
        <a:defRPr sz="17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449955" lvl="8" indent="-203200" algn="l" defTabSz="811530" eaLnBrk="1" fontAlgn="base" latinLnBrk="0" hangingPunct="1">
        <a:lnSpc>
          <a:spcPct val="100000"/>
        </a:lnSpc>
        <a:spcBef>
          <a:spcPts val="85"/>
        </a:spcBef>
        <a:spcAft>
          <a:spcPct val="0"/>
        </a:spcAft>
        <a:buChar char="»"/>
        <a:defRPr sz="17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81153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05765" lvl="1" indent="0" algn="l" defTabSz="81153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811530" lvl="2" indent="0" algn="l" defTabSz="81153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217930" lvl="3" indent="0" algn="l" defTabSz="81153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623695" lvl="4" indent="0" algn="l" defTabSz="81153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029460" lvl="5" indent="0" algn="l" defTabSz="81153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435225" lvl="6" indent="0" algn="l" defTabSz="81153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2840990" lvl="7" indent="0" algn="l" defTabSz="81153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247390" lvl="8" indent="0" algn="l" defTabSz="81153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06400" y="433388"/>
            <a:ext cx="7305675" cy="18049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 fontAlgn="base"/>
            <a:r>
              <a:rPr lang="zh-CN" altLang="en-US" sz="390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06400" y="2525713"/>
            <a:ext cx="7305675" cy="7143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fontAlgn="base"/>
            <a:r>
              <a:rPr lang="zh-CN" altLang="en-US" sz="284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48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213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7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7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06400" y="9858375"/>
            <a:ext cx="1893888" cy="7508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245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2773363" y="9858375"/>
            <a:ext cx="2571750" cy="7508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245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5818188" y="9858375"/>
            <a:ext cx="1893888" cy="7508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245"/>
            </a:lvl1pPr>
          </a:lstStyle>
          <a:p>
            <a:pPr lvl="0" fontAlgn="base"/>
            <a:fld id="{9A0DB2DC-4C9A-4742-B13C-FB6460FD3503}" type="slidenum">
              <a:rPr lang="zh-CN" altLang="en-US" sz="1245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81153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905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04165" lvl="0" indent="-304165" algn="l" defTabSz="811530" eaLnBrk="1" fontAlgn="base" latinLnBrk="0" hangingPunct="1">
        <a:lnSpc>
          <a:spcPct val="100000"/>
        </a:lnSpc>
        <a:spcBef>
          <a:spcPts val="85"/>
        </a:spcBef>
        <a:spcAft>
          <a:spcPct val="0"/>
        </a:spcAft>
        <a:buChar char="•"/>
        <a:defRPr sz="284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59765" lvl="1" indent="-253365" algn="l" defTabSz="811530" eaLnBrk="1" fontAlgn="base" latinLnBrk="0" hangingPunct="1">
        <a:lnSpc>
          <a:spcPct val="100000"/>
        </a:lnSpc>
        <a:spcBef>
          <a:spcPts val="85"/>
        </a:spcBef>
        <a:spcAft>
          <a:spcPct val="0"/>
        </a:spcAft>
        <a:buChar char="–"/>
        <a:defRPr sz="248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014730" lvl="2" indent="-203200" algn="l" defTabSz="811530" eaLnBrk="1" fontAlgn="base" latinLnBrk="0" hangingPunct="1">
        <a:lnSpc>
          <a:spcPct val="100000"/>
        </a:lnSpc>
        <a:spcBef>
          <a:spcPts val="85"/>
        </a:spcBef>
        <a:spcAft>
          <a:spcPct val="0"/>
        </a:spcAft>
        <a:buChar char="•"/>
        <a:defRPr sz="213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420495" lvl="3" indent="-203200" algn="l" defTabSz="811530" eaLnBrk="1" fontAlgn="base" latinLnBrk="0" hangingPunct="1">
        <a:lnSpc>
          <a:spcPct val="100000"/>
        </a:lnSpc>
        <a:spcBef>
          <a:spcPts val="85"/>
        </a:spcBef>
        <a:spcAft>
          <a:spcPct val="0"/>
        </a:spcAft>
        <a:buChar char="–"/>
        <a:defRPr sz="17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6260" lvl="4" indent="-203200" algn="l" defTabSz="811530" eaLnBrk="1" fontAlgn="base" latinLnBrk="0" hangingPunct="1">
        <a:lnSpc>
          <a:spcPct val="100000"/>
        </a:lnSpc>
        <a:spcBef>
          <a:spcPts val="85"/>
        </a:spcBef>
        <a:spcAft>
          <a:spcPct val="0"/>
        </a:spcAft>
        <a:buChar char="»"/>
        <a:defRPr sz="17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32660" lvl="5" indent="-203200" algn="l" defTabSz="811530" eaLnBrk="1" fontAlgn="base" latinLnBrk="0" hangingPunct="1">
        <a:lnSpc>
          <a:spcPct val="100000"/>
        </a:lnSpc>
        <a:spcBef>
          <a:spcPts val="85"/>
        </a:spcBef>
        <a:spcAft>
          <a:spcPct val="0"/>
        </a:spcAft>
        <a:buChar char="»"/>
        <a:defRPr sz="17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638425" lvl="6" indent="-203200" algn="l" defTabSz="811530" eaLnBrk="1" fontAlgn="base" latinLnBrk="0" hangingPunct="1">
        <a:lnSpc>
          <a:spcPct val="100000"/>
        </a:lnSpc>
        <a:spcBef>
          <a:spcPts val="85"/>
        </a:spcBef>
        <a:spcAft>
          <a:spcPct val="0"/>
        </a:spcAft>
        <a:buChar char="»"/>
        <a:defRPr sz="17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044190" lvl="7" indent="-203200" algn="l" defTabSz="811530" eaLnBrk="1" fontAlgn="base" latinLnBrk="0" hangingPunct="1">
        <a:lnSpc>
          <a:spcPct val="100000"/>
        </a:lnSpc>
        <a:spcBef>
          <a:spcPts val="85"/>
        </a:spcBef>
        <a:spcAft>
          <a:spcPct val="0"/>
        </a:spcAft>
        <a:buChar char="»"/>
        <a:defRPr sz="17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449955" lvl="8" indent="-203200" algn="l" defTabSz="811530" eaLnBrk="1" fontAlgn="base" latinLnBrk="0" hangingPunct="1">
        <a:lnSpc>
          <a:spcPct val="100000"/>
        </a:lnSpc>
        <a:spcBef>
          <a:spcPts val="85"/>
        </a:spcBef>
        <a:spcAft>
          <a:spcPct val="0"/>
        </a:spcAft>
        <a:buChar char="»"/>
        <a:defRPr sz="17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81153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05765" lvl="1" indent="0" algn="l" defTabSz="81153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811530" lvl="2" indent="0" algn="l" defTabSz="81153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217930" lvl="3" indent="0" algn="l" defTabSz="81153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623695" lvl="4" indent="0" algn="l" defTabSz="81153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029460" lvl="5" indent="0" algn="l" defTabSz="81153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435225" lvl="6" indent="0" algn="l" defTabSz="81153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2840990" lvl="7" indent="0" algn="l" defTabSz="81153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247390" lvl="8" indent="0" algn="l" defTabSz="81153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image" Target="../media/image2.png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1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3" name="图片 3" descr="万得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1175" y="85725"/>
            <a:ext cx="1976438" cy="682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文本框 5"/>
          <p:cNvSpPr txBox="1"/>
          <p:nvPr/>
        </p:nvSpPr>
        <p:spPr>
          <a:xfrm>
            <a:off x="71438" y="3594100"/>
            <a:ext cx="7950200" cy="19319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杭州小说科技有限公司是一家应用软件开发；网络产品、信息系统集成的技术开发、技术咨询、技术转让、技术服务；公司为媒体等机构提供专业的金融数据与软件服务，数据覆盖全球软件、网络产品，衍生品、大宗商品及宏观经济等领域。公司目前招收一批线上员工，主要给小说作品增加阅读，访问，浏览量，投票推送，小说作品进行真实互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订阅，评论、分享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，等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0" y="806450"/>
            <a:ext cx="811847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0" y="6132513"/>
            <a:ext cx="81629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77" name="文本框 11"/>
          <p:cNvSpPr txBox="1"/>
          <p:nvPr/>
        </p:nvSpPr>
        <p:spPr>
          <a:xfrm>
            <a:off x="3508375" y="5684838"/>
            <a:ext cx="1347788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 b="1">
                <a:latin typeface="Arial" panose="020B0604020202020204" pitchFamily="34" charset="0"/>
                <a:ea typeface="宋体" panose="02010600030101010101" pitchFamily="2" charset="-122"/>
              </a:rPr>
              <a:t>职位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b="1">
                <a:latin typeface="Arial" panose="020B0604020202020204" pitchFamily="34" charset="0"/>
                <a:ea typeface="宋体" panose="02010600030101010101" pitchFamily="2" charset="-122"/>
              </a:rPr>
              <a:t>薪资</a:t>
            </a:r>
            <a:endParaRPr lang="zh-CN" altLang="en-US" sz="20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8" name="文本框 12"/>
          <p:cNvSpPr txBox="1"/>
          <p:nvPr/>
        </p:nvSpPr>
        <p:spPr>
          <a:xfrm>
            <a:off x="2263775" y="6315075"/>
            <a:ext cx="3070225" cy="4302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您好！</a:t>
            </a:r>
            <a:r>
              <a:rPr lang="en-US" altLang="zh-CN" sz="2200" b="1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2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9" name="文本框 13"/>
          <p:cNvSpPr txBox="1"/>
          <p:nvPr/>
        </p:nvSpPr>
        <p:spPr>
          <a:xfrm>
            <a:off x="1125538" y="6896100"/>
            <a:ext cx="6240462" cy="584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感谢您对我司的关注与信任。经综合评估，您已进入我集团的面试评估环节，现将相关信息通知如下：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080" name="组合 19"/>
          <p:cNvGrpSpPr/>
          <p:nvPr/>
        </p:nvGrpSpPr>
        <p:grpSpPr>
          <a:xfrm>
            <a:off x="920750" y="7569200"/>
            <a:ext cx="6659563" cy="2353322"/>
            <a:chOff x="1851" y="11277"/>
            <a:chExt cx="9440" cy="3636"/>
          </a:xfrm>
        </p:grpSpPr>
        <p:sp>
          <p:nvSpPr>
            <p:cNvPr id="3081" name="文本框 14"/>
            <p:cNvSpPr txBox="1"/>
            <p:nvPr/>
          </p:nvSpPr>
          <p:spPr>
            <a:xfrm>
              <a:off x="2330" y="11277"/>
              <a:ext cx="8961" cy="36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工作岗位：</a:t>
              </a:r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居家推送员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工作性质：全职</a:t>
              </a:r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</a:rPr>
                <a:t>/</a:t>
              </a: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兼职（兼职薪资</a:t>
              </a:r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</a:rPr>
                <a:t>180-260/</a:t>
              </a: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天）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所属岗位薪资：</a:t>
              </a:r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</a:rPr>
                <a:t>7500</a:t>
              </a:r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</a:rPr>
                <a:t> /</a:t>
              </a: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  <a:sym typeface="宋体" panose="02010600030101010101" pitchFamily="2" charset="-122"/>
                </a:rPr>
                <a:t>（</a:t>
              </a:r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  <a:sym typeface="宋体" panose="02010600030101010101" pitchFamily="2" charset="-122"/>
                </a:rPr>
                <a:t> </a:t>
              </a: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  <a:sym typeface="宋体" panose="02010600030101010101" pitchFamily="2" charset="-122"/>
                </a:rPr>
                <a:t>后续将依个人资历、经验及岗位匹配度进行进行定级与薪资调整）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endParaRPr>
            </a:p>
            <a:p>
              <a:pPr>
                <a:lnSpc>
                  <a:spcPct val="150000"/>
                </a:lnSpc>
              </a:pP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依据国家相关规定及公司内部政策，入职后将依法缴纳五险一金，并享有带薪年假及其他公司福利。劳动合同期限为</a:t>
              </a:r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</a:rPr>
                <a:t>1—3</a:t>
              </a: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年，试用期为</a:t>
              </a:r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个月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82" name="îṧliḑè"/>
            <p:cNvSpPr/>
            <p:nvPr>
              <p:custDataLst>
                <p:tags r:id="rId2"/>
              </p:custDataLst>
            </p:nvPr>
          </p:nvSpPr>
          <p:spPr>
            <a:xfrm flipH="1">
              <a:off x="1851" y="11443"/>
              <a:ext cx="276" cy="276"/>
            </a:xfrm>
            <a:prstGeom prst="ellipse">
              <a:avLst/>
            </a:prstGeom>
            <a:solidFill>
              <a:srgbClr val="72BFC5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83" name="îṧliḑè"/>
            <p:cNvSpPr/>
            <p:nvPr>
              <p:custDataLst>
                <p:tags r:id="rId3"/>
              </p:custDataLst>
            </p:nvPr>
          </p:nvSpPr>
          <p:spPr>
            <a:xfrm flipH="1">
              <a:off x="1851" y="12004"/>
              <a:ext cx="276" cy="276"/>
            </a:xfrm>
            <a:prstGeom prst="ellipse">
              <a:avLst/>
            </a:prstGeom>
            <a:solidFill>
              <a:srgbClr val="72BFC5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84" name="îṧliḑè"/>
            <p:cNvSpPr/>
            <p:nvPr>
              <p:custDataLst>
                <p:tags r:id="rId4"/>
              </p:custDataLst>
            </p:nvPr>
          </p:nvSpPr>
          <p:spPr>
            <a:xfrm flipH="1">
              <a:off x="1851" y="12529"/>
              <a:ext cx="276" cy="276"/>
            </a:xfrm>
            <a:prstGeom prst="ellipse">
              <a:avLst/>
            </a:prstGeom>
            <a:solidFill>
              <a:srgbClr val="72BFC5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85" name="îṧliḑè"/>
            <p:cNvSpPr/>
            <p:nvPr>
              <p:custDataLst>
                <p:tags r:id="rId5"/>
              </p:custDataLst>
            </p:nvPr>
          </p:nvSpPr>
          <p:spPr>
            <a:xfrm flipH="1">
              <a:off x="1851" y="13068"/>
              <a:ext cx="276" cy="276"/>
            </a:xfrm>
            <a:prstGeom prst="ellipse">
              <a:avLst/>
            </a:prstGeom>
            <a:solidFill>
              <a:srgbClr val="72BFC5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3086" name="图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877888"/>
            <a:ext cx="8132763" cy="2160587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2" name="直接连接符 21"/>
          <p:cNvCxnSpPr/>
          <p:nvPr/>
        </p:nvCxnSpPr>
        <p:spPr>
          <a:xfrm>
            <a:off x="-15875" y="5668963"/>
            <a:ext cx="8134350" cy="3175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088" name="图片 3" descr="万得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7550" y="3090863"/>
            <a:ext cx="1538288" cy="5318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097" name="图片 3" descr="万得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1175" y="85725"/>
            <a:ext cx="1976438" cy="68262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9" name="直接连接符 8"/>
          <p:cNvCxnSpPr/>
          <p:nvPr/>
        </p:nvCxnSpPr>
        <p:spPr>
          <a:xfrm>
            <a:off x="0" y="806450"/>
            <a:ext cx="811847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-33337" y="6203950"/>
            <a:ext cx="8151813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00" name="文本框 11"/>
          <p:cNvSpPr txBox="1"/>
          <p:nvPr/>
        </p:nvSpPr>
        <p:spPr>
          <a:xfrm>
            <a:off x="3508375" y="5756275"/>
            <a:ext cx="1347788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endParaRPr lang="en-US" altLang="zh-CN" sz="2000" b="1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410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7888"/>
            <a:ext cx="8132763" cy="2160587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2" name="直接连接符 21"/>
          <p:cNvCxnSpPr/>
          <p:nvPr/>
        </p:nvCxnSpPr>
        <p:spPr>
          <a:xfrm>
            <a:off x="-15875" y="5740400"/>
            <a:ext cx="8134350" cy="3175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03" name="文本框 1"/>
          <p:cNvSpPr txBox="1"/>
          <p:nvPr/>
        </p:nvSpPr>
        <p:spPr>
          <a:xfrm>
            <a:off x="104775" y="3522663"/>
            <a:ext cx="7908925" cy="2225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p>
            <a:pPr algn="ctr">
              <a:lnSpc>
                <a:spcPct val="160000"/>
              </a:lnSpc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休假安排：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周末双休，法定节假日休息，享有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10-15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天年假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60000"/>
              </a:lnSpc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晋升机会：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每季度通过晋升考核获升职机会，内部提拔为原则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60000"/>
              </a:lnSpc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工作时间：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9:00-12:00,  13:00-17:30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午休时间一个半小时。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algn="ctr">
              <a:lnSpc>
                <a:spcPct val="160000"/>
              </a:lnSpc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补贴福利：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汉仪文黑-55简" pitchFamily="18" charset="-122"/>
              </a:rPr>
              <a:t>根据年度绩效考核结果发放年终奖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汉仪文黑-55简" pitchFamily="18" charset="-122"/>
              </a:rPr>
              <a:t>14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汉仪文黑-55简" pitchFamily="18" charset="-122"/>
              </a:rPr>
              <a:t>薪，优秀员工可享受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汉仪文黑-55简" pitchFamily="18" charset="-122"/>
              </a:rPr>
              <a:t>15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汉仪文黑-55简" pitchFamily="18" charset="-122"/>
              </a:rPr>
              <a:t>薪待遇。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sym typeface="汉仪文黑-55简" pitchFamily="18" charset="-122"/>
            </a:endParaRPr>
          </a:p>
          <a:p>
            <a:pPr algn="just">
              <a:lnSpc>
                <a:spcPct val="160000"/>
              </a:lnSpc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sym typeface="汉仪文黑-55简" pitchFamily="18" charset="-122"/>
            </a:endParaRPr>
          </a:p>
          <a:p>
            <a:pPr algn="just">
              <a:lnSpc>
                <a:spcPct val="160000"/>
              </a:lnSpc>
            </a:pP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汉仪文黑-55简" pitchFamily="18" charset="-122"/>
            </a:endParaRPr>
          </a:p>
        </p:txBody>
      </p:sp>
      <p:grpSp>
        <p:nvGrpSpPr>
          <p:cNvPr id="4104" name="组合 207"/>
          <p:cNvGrpSpPr/>
          <p:nvPr/>
        </p:nvGrpSpPr>
        <p:grpSpPr>
          <a:xfrm>
            <a:off x="463550" y="6497638"/>
            <a:ext cx="7240588" cy="852487"/>
            <a:chOff x="769" y="10526"/>
            <a:chExt cx="11468" cy="1520"/>
          </a:xfrm>
        </p:grpSpPr>
        <p:sp>
          <p:nvSpPr>
            <p:cNvPr id="193" name="圆角矩形 71"/>
            <p:cNvSpPr/>
            <p:nvPr>
              <p:custDataLst>
                <p:tags r:id="rId3"/>
              </p:custDataLst>
            </p:nvPr>
          </p:nvSpPr>
          <p:spPr>
            <a:xfrm flipH="1">
              <a:off x="1174" y="10879"/>
              <a:ext cx="1799" cy="654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numCol="1" spcCol="0" rtlCol="0" fromWordArt="0" anchor="ctr" anchorCtr="0" forceAA="0" compatLnSpc="1">
              <a:normAutofit fontScale="60000"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>
                <a:buClrTx/>
                <a:buSzTx/>
                <a:buFontTx/>
              </a:pPr>
              <a:r>
                <a:rPr lang="zh-CN" altLang="en-US" sz="1600" b="1" strike="noStrike" noProof="1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加入说明</a:t>
              </a:r>
              <a:endParaRPr lang="zh-CN" altLang="en-US" sz="1600" b="1" strike="noStrike" noProof="1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94" name="正文"/>
            <p:cNvSpPr txBox="1"/>
            <p:nvPr>
              <p:custDataLst>
                <p:tags r:id="rId4"/>
              </p:custDataLst>
            </p:nvPr>
          </p:nvSpPr>
          <p:spPr>
            <a:xfrm>
              <a:off x="3177" y="10695"/>
              <a:ext cx="9060" cy="1103"/>
            </a:xfrm>
            <a:prstGeom prst="rect">
              <a:avLst/>
            </a:prstGeom>
            <a:noFill/>
          </p:spPr>
          <p:txBody>
            <a:bodyPr wrap="square" lIns="90000" tIns="0" rIns="90000" bIns="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fontAlgn="base">
                <a:lnSpc>
                  <a:spcPct val="150000"/>
                </a:lnSpc>
              </a:pPr>
              <a:r>
                <a:rPr lang="zh-CN" altLang="en-US" sz="1200" b="1" strike="noStrike" noProof="1" dirty="0">
                  <a:solidFill>
                    <a:schemeClr val="tx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此</a:t>
              </a:r>
              <a:r>
                <a:rPr lang="en-US" altLang="zh-CN" sz="1200" b="1" strike="noStrike" noProof="1" dirty="0">
                  <a:solidFill>
                    <a:schemeClr val="tx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 APP </a:t>
              </a:r>
              <a:r>
                <a:rPr lang="zh-CN" altLang="en-US" sz="1200" b="1" strike="noStrike" noProof="1" dirty="0">
                  <a:solidFill>
                    <a:schemeClr val="tx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仅供公司内部员工和求职者使用，注册时无需填写个人信息。</a:t>
              </a:r>
              <a:endParaRPr lang="zh-CN" altLang="en-US" sz="1200" b="1" strike="noStrike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l" fontAlgn="base">
                <a:lnSpc>
                  <a:spcPct val="150000"/>
                </a:lnSpc>
              </a:pPr>
              <a:r>
                <a:rPr lang="en-US" altLang="zh-CN" sz="1200" b="1" strike="noStrike" noProof="1" dirty="0">
                  <a:solidFill>
                    <a:schemeClr val="tx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1</a:t>
              </a:r>
              <a:r>
                <a:rPr lang="zh-CN" altLang="en-US" sz="1200" b="1" strike="noStrike" noProof="1" dirty="0">
                  <a:solidFill>
                    <a:schemeClr val="tx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、复制以下链接到手机浏览器打开安装；请使用流量下载，勿用</a:t>
              </a:r>
              <a:r>
                <a:rPr lang="en-US" altLang="zh-CN" sz="1200" b="1" strike="noStrike" noProof="1" dirty="0">
                  <a:solidFill>
                    <a:schemeClr val="tx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 WiFi</a:t>
              </a:r>
              <a:r>
                <a:rPr lang="zh-CN" altLang="en-US" sz="1200" b="1" strike="noStrike" noProof="1" dirty="0">
                  <a:solidFill>
                    <a:schemeClr val="tx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。</a:t>
              </a:r>
              <a:endParaRPr lang="zh-CN" altLang="en-US" sz="1200" b="1" strike="noStrike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l" fontAlgn="base">
                <a:lnSpc>
                  <a:spcPct val="150000"/>
                </a:lnSpc>
              </a:pPr>
              <a:r>
                <a:rPr lang="en-US" altLang="zh-CN" sz="1200" b="1" strike="noStrike" noProof="1" dirty="0">
                  <a:solidFill>
                    <a:schemeClr val="tx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2</a:t>
              </a:r>
              <a:r>
                <a:rPr lang="zh-CN" altLang="en-US" sz="1200" b="1" strike="noStrike" noProof="1" dirty="0">
                  <a:solidFill>
                    <a:schemeClr val="tx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、遇到问题可截图联系我协助。</a:t>
              </a:r>
              <a:endParaRPr lang="zh-CN" altLang="en-US" sz="1200" b="1" strike="noStrike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07" name="圆角矩形 206"/>
            <p:cNvSpPr/>
            <p:nvPr/>
          </p:nvSpPr>
          <p:spPr>
            <a:xfrm>
              <a:off x="769" y="10526"/>
              <a:ext cx="11400" cy="1520"/>
            </a:xfrm>
            <a:prstGeom prst="round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trike="noStrike" noProof="1"/>
            </a:p>
          </p:txBody>
        </p:sp>
      </p:grpSp>
      <p:grpSp>
        <p:nvGrpSpPr>
          <p:cNvPr id="4108" name="组合 208"/>
          <p:cNvGrpSpPr/>
          <p:nvPr/>
        </p:nvGrpSpPr>
        <p:grpSpPr>
          <a:xfrm>
            <a:off x="377825" y="7453313"/>
            <a:ext cx="7242175" cy="850900"/>
            <a:chOff x="769" y="10526"/>
            <a:chExt cx="11468" cy="1520"/>
          </a:xfrm>
        </p:grpSpPr>
        <p:sp>
          <p:nvSpPr>
            <p:cNvPr id="210" name="圆角矩形 71"/>
            <p:cNvSpPr/>
            <p:nvPr>
              <p:custDataLst>
                <p:tags r:id="rId5"/>
              </p:custDataLst>
            </p:nvPr>
          </p:nvSpPr>
          <p:spPr>
            <a:xfrm flipH="1">
              <a:off x="1174" y="10879"/>
              <a:ext cx="1799" cy="654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numCol="1" spcCol="0" rtlCol="0" fromWordArt="0" anchor="ctr" anchorCtr="0" forceAA="0" compatLnSpc="1">
              <a:normAutofit fontScale="60000"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>
                <a:buClrTx/>
                <a:buSzTx/>
                <a:buFontTx/>
              </a:pPr>
              <a:r>
                <a:rPr lang="zh-CN" altLang="en-US" sz="1600" b="1" strike="noStrike" noProof="1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安装方式</a:t>
              </a:r>
              <a:endParaRPr lang="zh-CN" altLang="en-US" sz="1600" b="1" strike="noStrike" noProof="1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11" name="正文"/>
            <p:cNvSpPr txBox="1"/>
            <p:nvPr>
              <p:custDataLst>
                <p:tags r:id="rId6"/>
              </p:custDataLst>
            </p:nvPr>
          </p:nvSpPr>
          <p:spPr>
            <a:xfrm>
              <a:off x="3177" y="10695"/>
              <a:ext cx="9060" cy="1103"/>
            </a:xfrm>
            <a:prstGeom prst="rect">
              <a:avLst/>
            </a:prstGeom>
            <a:noFill/>
          </p:spPr>
          <p:txBody>
            <a:bodyPr wrap="square" lIns="90000" tIns="0" rIns="90000" bIns="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fontAlgn="base">
                <a:lnSpc>
                  <a:spcPct val="150000"/>
                </a:lnSpc>
              </a:pPr>
              <a:r>
                <a:rPr lang="en-US" altLang="zh-CN" sz="1400" b="1" strike="noStrike" noProof="1" dirty="0">
                  <a:solidFill>
                    <a:schemeClr val="tx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https://bbboe.cyou/57infs</a:t>
              </a:r>
              <a:endParaRPr lang="en-US" altLang="zh-CN" sz="1400" b="1" strike="noStrike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12" name="圆角矩形 211"/>
            <p:cNvSpPr/>
            <p:nvPr/>
          </p:nvSpPr>
          <p:spPr>
            <a:xfrm>
              <a:off x="769" y="10526"/>
              <a:ext cx="11400" cy="1520"/>
            </a:xfrm>
            <a:prstGeom prst="round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en-US" altLang="zh-CN" b="1" strike="noStrike" noProof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ctr" fontAlgn="base"/>
              <a:endParaRPr lang="en-US" altLang="zh-CN" b="1" strike="noStrike" noProof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4112" name="组合 212"/>
          <p:cNvGrpSpPr/>
          <p:nvPr/>
        </p:nvGrpSpPr>
        <p:grpSpPr>
          <a:xfrm>
            <a:off x="463550" y="8680450"/>
            <a:ext cx="7242175" cy="982663"/>
            <a:chOff x="769" y="10526"/>
            <a:chExt cx="11468" cy="1520"/>
          </a:xfrm>
        </p:grpSpPr>
        <p:sp>
          <p:nvSpPr>
            <p:cNvPr id="214" name="圆角矩形 71"/>
            <p:cNvSpPr/>
            <p:nvPr>
              <p:custDataLst>
                <p:tags r:id="rId7"/>
              </p:custDataLst>
            </p:nvPr>
          </p:nvSpPr>
          <p:spPr>
            <a:xfrm flipH="1">
              <a:off x="1174" y="10879"/>
              <a:ext cx="1799" cy="654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numCol="1" spcCol="0" rtlCol="0" fromWordArt="0" anchor="ctr" anchorCtr="0" forceAA="0" compatLnSpc="1">
              <a:normAutofit fontScale="70000"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>
                <a:buClrTx/>
                <a:buSzTx/>
                <a:buFontTx/>
              </a:pPr>
              <a:r>
                <a:rPr lang="zh-CN" altLang="en-US" sz="1600" b="1" strike="noStrike" noProof="1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安装事项</a:t>
              </a:r>
              <a:endParaRPr lang="zh-CN" altLang="en-US" sz="1600" b="1" strike="noStrike" noProof="1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15" name="正文"/>
            <p:cNvSpPr txBox="1"/>
            <p:nvPr>
              <p:custDataLst>
                <p:tags r:id="rId8"/>
              </p:custDataLst>
            </p:nvPr>
          </p:nvSpPr>
          <p:spPr>
            <a:xfrm>
              <a:off x="3177" y="10755"/>
              <a:ext cx="9060" cy="1103"/>
            </a:xfrm>
            <a:prstGeom prst="rect">
              <a:avLst/>
            </a:prstGeom>
            <a:noFill/>
          </p:spPr>
          <p:txBody>
            <a:bodyPr wrap="square" lIns="90000" tIns="0" rIns="90000" bIns="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 fontAlgn="auto">
                <a:lnSpc>
                  <a:spcPct val="100000"/>
                </a:lnSpc>
                <a:spcAft>
                  <a:spcPts val="1000"/>
                </a:spcAft>
              </a:pPr>
              <a:r>
                <a:rPr lang="zh-CN" altLang="en-US" sz="1200" b="1" strike="noStrike" noProof="1" dirty="0"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【苹果系统】复制到浏览器</a:t>
              </a:r>
              <a:r>
                <a:rPr lang="en-US" altLang="zh-CN" sz="1200" b="1" strike="noStrike" noProof="1" dirty="0"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Safari</a:t>
              </a:r>
              <a:r>
                <a:rPr lang="zh-CN" altLang="en-US" sz="1200" b="1" strike="noStrike" noProof="1" dirty="0"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中打开页面，下载到桌面后授信即可；苹果信任步骤：设置</a:t>
              </a:r>
              <a:r>
                <a:rPr lang="en-US" altLang="zh-CN" sz="1200" b="1" strike="noStrike" noProof="1" dirty="0"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—</a:t>
              </a:r>
              <a:r>
                <a:rPr lang="zh-CN" altLang="en-US" sz="1200" b="1" strike="noStrike" noProof="1" dirty="0"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通用</a:t>
              </a:r>
              <a:r>
                <a:rPr lang="en-US" altLang="zh-CN" sz="1200" b="1" strike="noStrike" noProof="1" dirty="0"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—</a:t>
              </a:r>
              <a:r>
                <a:rPr lang="zh-CN" altLang="en-US" sz="1200" b="1" strike="noStrike" noProof="1" dirty="0"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设备管理</a:t>
              </a:r>
              <a:r>
                <a:rPr lang="en-US" altLang="zh-CN" sz="1200" b="1" strike="noStrike" noProof="1" dirty="0"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—</a:t>
              </a:r>
              <a:r>
                <a:rPr lang="zh-CN" altLang="en-US" sz="1200" b="1" strike="noStrike" noProof="1" dirty="0"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找到</a:t>
              </a:r>
              <a:r>
                <a:rPr lang="en-US" altLang="zh-CN" sz="1200" b="1" strike="noStrike" noProof="1" dirty="0"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App</a:t>
              </a:r>
              <a:r>
                <a:rPr lang="zh-CN" altLang="en-US" sz="1200" b="1" strike="noStrike" noProof="1" dirty="0"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文件</a:t>
              </a:r>
              <a:r>
                <a:rPr lang="en-US" altLang="zh-CN" sz="1200" b="1" strike="noStrike" noProof="1" dirty="0"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—</a:t>
              </a:r>
              <a:r>
                <a:rPr lang="zh-CN" altLang="en-US" sz="1200" b="1" strike="noStrike" noProof="1" dirty="0"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信任</a:t>
              </a:r>
              <a:endParaRPr lang="zh-CN" altLang="en-US" sz="1200" b="1" strike="noStrike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indent="0" algn="l" fontAlgn="auto">
                <a:lnSpc>
                  <a:spcPct val="130000"/>
                </a:lnSpc>
                <a:spcAft>
                  <a:spcPts val="1000"/>
                </a:spcAft>
              </a:pPr>
              <a:r>
                <a:rPr lang="zh-CN" altLang="en-US" sz="1200" b="1" strike="noStrike" noProof="1" dirty="0"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【安卓系统】复制网址到手机自带浏览器打开页面注意：华为需要关闭纯净模式，因公司内部开发使用，故未上架到应用商城。下载过程如遇问题请及时联系</a:t>
              </a:r>
              <a:endParaRPr lang="zh-CN" altLang="en-US" sz="1200" b="1" strike="noStrike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16" name="圆角矩形 215"/>
            <p:cNvSpPr/>
            <p:nvPr/>
          </p:nvSpPr>
          <p:spPr>
            <a:xfrm>
              <a:off x="769" y="10526"/>
              <a:ext cx="11400" cy="1520"/>
            </a:xfrm>
            <a:prstGeom prst="round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trike="noStrike" noProof="1"/>
            </a:p>
          </p:txBody>
        </p:sp>
      </p:grpSp>
      <p:grpSp>
        <p:nvGrpSpPr>
          <p:cNvPr id="4116" name="组合 216"/>
          <p:cNvGrpSpPr/>
          <p:nvPr/>
        </p:nvGrpSpPr>
        <p:grpSpPr>
          <a:xfrm>
            <a:off x="465138" y="9759950"/>
            <a:ext cx="7197725" cy="877888"/>
            <a:chOff x="769" y="10345"/>
            <a:chExt cx="11400" cy="1701"/>
          </a:xfrm>
        </p:grpSpPr>
        <p:sp>
          <p:nvSpPr>
            <p:cNvPr id="218" name="圆角矩形 71"/>
            <p:cNvSpPr/>
            <p:nvPr>
              <p:custDataLst>
                <p:tags r:id="rId9"/>
              </p:custDataLst>
            </p:nvPr>
          </p:nvSpPr>
          <p:spPr>
            <a:xfrm flipH="1">
              <a:off x="1174" y="10879"/>
              <a:ext cx="1799" cy="654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numCol="1" spcCol="0" rtlCol="0" fromWordArt="0" anchor="ctr" anchorCtr="0" forceAA="0" compatLnSpc="1">
              <a:normAutofit fontScale="50000"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>
                <a:buClrTx/>
                <a:buSzTx/>
                <a:buFontTx/>
              </a:pPr>
              <a:r>
                <a:rPr lang="zh-CN" altLang="en-US" sz="1600" b="1" strike="noStrike" noProof="1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安装注册</a:t>
              </a:r>
              <a:endParaRPr lang="zh-CN" altLang="en-US" sz="1600" b="1" strike="noStrike" noProof="1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19" name="正文"/>
            <p:cNvSpPr txBox="1"/>
            <p:nvPr>
              <p:custDataLst>
                <p:tags r:id="rId10"/>
              </p:custDataLst>
            </p:nvPr>
          </p:nvSpPr>
          <p:spPr>
            <a:xfrm>
              <a:off x="3115" y="10345"/>
              <a:ext cx="7895" cy="1530"/>
            </a:xfrm>
            <a:prstGeom prst="rect">
              <a:avLst/>
            </a:prstGeom>
            <a:noFill/>
          </p:spPr>
          <p:txBody>
            <a:bodyPr wrap="square" lIns="90000" tIns="0" rIns="90000" bIns="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fontAlgn="base">
                <a:lnSpc>
                  <a:spcPct val="150000"/>
                </a:lnSpc>
              </a:pPr>
              <a:r>
                <a:rPr lang="zh-CN" altLang="en-US" sz="1600" b="1" dirty="0"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下载去注册工作账号然后发给</a:t>
              </a:r>
              <a:r>
                <a:rPr lang="en-US" altLang="zh-CN" sz="1600" b="1" dirty="0"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HR</a:t>
              </a:r>
              <a:endParaRPr lang="en-US" altLang="zh-CN" sz="1600" b="1" strike="noStrike" noProof="1" dirty="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20" name="圆角矩形 219"/>
            <p:cNvSpPr/>
            <p:nvPr/>
          </p:nvSpPr>
          <p:spPr>
            <a:xfrm>
              <a:off x="769" y="10526"/>
              <a:ext cx="11400" cy="1520"/>
            </a:xfrm>
            <a:prstGeom prst="round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en-US" altLang="zh-CN" b="1" strike="noStrike" noProof="1" dirty="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4120" name="文本框 7"/>
          <p:cNvSpPr txBox="1"/>
          <p:nvPr/>
        </p:nvSpPr>
        <p:spPr>
          <a:xfrm>
            <a:off x="3492500" y="3157538"/>
            <a:ext cx="1347788" cy="3984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 b="1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公司福利</a:t>
            </a:r>
            <a:endParaRPr lang="zh-CN" altLang="en-US" sz="2000" b="1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-33337" y="3571875"/>
            <a:ext cx="8134350" cy="3175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-49212" y="3124200"/>
            <a:ext cx="8167688" cy="55563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8.11897637795278,&quot;left&quot;:111.2081102362205,&quot;top&quot;:200.92732283464565,&quot;width&quot;:13.818661417322847}"/>
</p:tagLst>
</file>

<file path=ppt/tags/tag2.xml><?xml version="1.0" encoding="utf-8"?>
<p:tagLst xmlns:p="http://schemas.openxmlformats.org/presentationml/2006/main">
  <p:tag name="KSO_WM_DIAGRAM_VIRTUALLY_FRAME" val="{&quot;height&quot;:208.11897637795278,&quot;left&quot;:111.2081102362205,&quot;top&quot;:200.92732283464565,&quot;width&quot;:13.818661417322847}"/>
</p:tagLst>
</file>

<file path=ppt/tags/tag3.xml><?xml version="1.0" encoding="utf-8"?>
<p:tagLst xmlns:p="http://schemas.openxmlformats.org/presentationml/2006/main">
  <p:tag name="KSO_WM_DIAGRAM_VIRTUALLY_FRAME" val="{&quot;height&quot;:208.11897637795278,&quot;left&quot;:111.2081102362205,&quot;top&quot;:200.92732283464565,&quot;width&quot;:13.818661417322847}"/>
</p:tagLst>
</file>

<file path=ppt/tags/tag4.xml><?xml version="1.0" encoding="utf-8"?>
<p:tagLst xmlns:p="http://schemas.openxmlformats.org/presentationml/2006/main">
  <p:tag name="KSO_WM_DIAGRAM_VIRTUALLY_FRAME" val="{&quot;height&quot;:208.11897637795278,&quot;left&quot;:111.2081102362205,&quot;top&quot;:200.92732283464565,&quot;width&quot;:13.818661417322847}"/>
</p:tagLst>
</file>

<file path=ppt/tags/tag5.xml><?xml version="1.0" encoding="utf-8"?>
<p:tagLst xmlns:p="http://schemas.openxmlformats.org/presentationml/2006/main">
  <p:tag name="KSO_WM_DIAGRAM_VIRTUALLY_FRAME" val="{&quot;height&quot;:434.15,&quot;left&quot;:33.35,&quot;top&quot;:83.4,&quot;width&quot;:878.5222047244094}"/>
</p:tagLst>
</file>

<file path=ppt/tags/tag6.xml><?xml version="1.0" encoding="utf-8"?>
<p:tagLst xmlns:p="http://schemas.openxmlformats.org/presentationml/2006/main">
  <p:tag name="KSO_WM_DIAGRAM_VIRTUALLY_FRAME" val="{&quot;height&quot;:384.2,&quot;left&quot;:48.572204724409445,&quot;top&quot;:114.47228346456693,&quot;width&quot;:863.3}"/>
</p:tagLst>
</file>

<file path=ppt/tags/tag7.xml><?xml version="1.0" encoding="utf-8"?>
<p:tagLst xmlns:p="http://schemas.openxmlformats.org/presentationml/2006/main">
  <p:tag name="KSO_WM_DIAGRAM_VIRTUALLY_FRAME" val="{&quot;height&quot;:434.15,&quot;left&quot;:33.35,&quot;top&quot;:83.4,&quot;width&quot;:878.5222047244094}"/>
</p:tagLst>
</file>

<file path=ppt/tags/tag8.xml><?xml version="1.0" encoding="utf-8"?>
<p:tagLst xmlns:p="http://schemas.openxmlformats.org/presentationml/2006/main">
  <p:tag name="KSO_WM_DIAGRAM_VIRTUALLY_FRAME" val="{&quot;height&quot;:384.2,&quot;left&quot;:48.572204724409445,&quot;top&quot;:114.47228346456693,&quot;width&quot;:863.3}"/>
</p:tagLst>
</file>

<file path=ppt/tags/tag9.xml><?xml version="1.0" encoding="utf-8"?>
<p:tagLst xmlns:p="http://schemas.openxmlformats.org/presentationml/2006/main">
  <p:tag name="KSO_WM_DIAGRAM_VIRTUALLY_FRAME" val="{&quot;height&quot;:434.15,&quot;left&quot;:33.35,&quot;top&quot;:83.4,&quot;width&quot;:878.5222047244094}"/>
</p:tagLst>
</file>

<file path=ppt/tags/tag10.xml><?xml version="1.0" encoding="utf-8"?>
<p:tagLst xmlns:p="http://schemas.openxmlformats.org/presentationml/2006/main">
  <p:tag name="KSO_WM_DIAGRAM_VIRTUALLY_FRAME" val="{&quot;height&quot;:384.2,&quot;left&quot;:48.572204724409445,&quot;top&quot;:114.47228346456693,&quot;width&quot;:863.3}"/>
</p:tagLst>
</file>

<file path=ppt/tags/tag11.xml><?xml version="1.0" encoding="utf-8"?>
<p:tagLst xmlns:p="http://schemas.openxmlformats.org/presentationml/2006/main">
  <p:tag name="KSO_WM_DIAGRAM_VIRTUALLY_FRAME" val="{&quot;height&quot;:434.15,&quot;left&quot;:33.35,&quot;top&quot;:83.4,&quot;width&quot;:878.5222047244094}"/>
</p:tagLst>
</file>

<file path=ppt/tags/tag12.xml><?xml version="1.0" encoding="utf-8"?>
<p:tagLst xmlns:p="http://schemas.openxmlformats.org/presentationml/2006/main">
  <p:tag name="KSO_WM_DIAGRAM_VIRTUALLY_FRAME" val="{&quot;height&quot;:384.2,&quot;left&quot;:48.572204724409445,&quot;top&quot;:114.47228346456693,&quot;width&quot;:863.3}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771</Words>
  <Application>WPS 演示</Application>
  <PresentationFormat/>
  <Paragraphs>46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7" baseType="lpstr">
      <vt:lpstr>Arial</vt:lpstr>
      <vt:lpstr>宋体</vt:lpstr>
      <vt:lpstr>Wingdings</vt:lpstr>
      <vt:lpstr>Calibri</vt:lpstr>
      <vt:lpstr>微软雅黑</vt:lpstr>
      <vt:lpstr>Arial Unicode MS</vt:lpstr>
      <vt:lpstr>Arial</vt:lpstr>
      <vt:lpstr>仿宋</vt:lpstr>
      <vt:lpstr>标准粗黑</vt:lpstr>
      <vt:lpstr>黑体</vt:lpstr>
      <vt:lpstr>等线 Light</vt:lpstr>
      <vt:lpstr>阿里巴巴普惠体</vt:lpstr>
      <vt:lpstr>汉仪文黑-55简</vt:lpstr>
      <vt:lpstr>默认设计模板</vt:lpstr>
      <vt:lpstr>1_默认设计模板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212</cp:lastModifiedBy>
  <cp:revision>12</cp:revision>
  <dcterms:created xsi:type="dcterms:W3CDTF">2025-07-23T00:59:22Z</dcterms:created>
  <dcterms:modified xsi:type="dcterms:W3CDTF">2025-11-24T13:13:03Z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80A34B824A5D46E99941C133E507E7C5_13</vt:lpwstr>
  </property>
</Properties>
</file>